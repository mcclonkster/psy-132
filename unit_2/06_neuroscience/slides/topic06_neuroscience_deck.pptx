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Purpose: build a small model that explains how brain and body produce behavior
- Guardrails: messengers not moods; parts contribute and networks produce
- Boundary reminder: sleep is Topic 9, not today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Why this order: signal first, then regulation, then brain map, then application
- Where students get stuck: synapse vs neuron; sympathetic vs parasympathetic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Transition: start with the smallest unit that can explain behavior changes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Define neuron and synapse once
- Preempt: synapse is not inside the neuron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Plain language: a fast electrical send event
- Preempt: it does not fade like a dimmer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Define neurotransmitter and receptor once
- Have students repeat the rule out loud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Why it matters: this sets up reuptake inhibitors later
- Preempt: reuptake does not make signals stronger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Expected path: dendrites → soma → axon → terminals → synapse → receptors
- Common errors: synapse inside neuron; receptors on sender terminals
- Debrief: where does the signal switch from electrical to chemical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Transition: explain why chemistry changes behavior without turning chemistry into destiny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Guardrail: neurotransmitters are messengers used in many circuits
- Same messenger can excite or inhibit depending on receptor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Keep verbs calibrated: supports, contributes, involved in
- If asked “which causes anxiety,” return to receptors and networks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High-level sorts: glutamate = E; GABA = I; norepinephrine = A
- Dopamine/serotonin: accept “depends on circuit” with a reason
- Debrief: which ones are your gas and brake examples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Strong answer: “Serotonin is a messenger involved in regulating multiple systems; effects depend on receptors and networks.”
- Weak: “Serotonin affects mood” with no non-one-to-one explanation
- Debrief: what word did you replace to make it safer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Add labels after plain language: agonist, antagonist, reuptake inhibitor
- Boundary: mechanisms, not medication trivia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Boundary line: we are learning mechanism language, not making personal medication decisions in class
- Supports: understanding reuptake inhibition
- Does not support: guarantees, timelines, advice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Common confusion: mimic vs slow cleanup
- Debrief: which mechanism changes how long a message lasts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Transition: zoom out from message to system organization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Teach as redraw routine
- Preempt: autonomic does not mean habits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Vocabulary trap: sympathetic does not mean kind
- Give one everyday example for each branch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Anchor example (not sleep): adrenaline as a mobilize example
- Keep gland lists off-slide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Standard line: preview now, teach later in Topic 9
- Do not detour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Transition: replace single-cause brain stories with network language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Concrete example to narrate: mobilize systems bias attention toward threat and away from working memory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Connect to network example: this is a system-level priority shift, not one part turning on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Myth correction: no useful “left-brain person” label
- Safe sentence: some functions lateralize, but cooperation is constant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Wrong: controls fear / causes fear
- Strong: contributes to threat processing within a network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Avoid determinism
- Connect back: repeated patterns strengthen circuits over time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Universal, non-judgmental framing
- Relief is a powerful reinforcer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Common failures: single neurotransmitter; single brain part; vague sentences
- Debrief: which sentence was mechanism vs labels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One-minute recap
- Forward links: learning, memory, emotion, health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Option claims: dopamine is pleasure; brain scans show thoughts; amygdala is fear center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Use videos as reinforcement, not as the structure
- If a line is illustrative but uncertain, label it as example, not tested fact
[Sources]
- Course files: 03_Biopsychology.pdf; Crash Course transcripts #3 and #4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6: Neuroscience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PSY-132 • Unit 2 • Biology of Behavior and Experience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neurons send messages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chemicals change signaling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systems regulate the body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support behavior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One model explains many everyday behaviors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communication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Neuron: the minimum parts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receive input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processes input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carries the electrical signal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 release chemical messengers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is the gap to the next neuron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01738" y="2948026"/>
            <a:ext cx="872338" cy="1053389"/>
          </a:xfrm>
          <a:prstGeom prst="ellipse">
            <a:avLst/>
          </a:prstGeom>
          <a:solidFill>
            <a:srgbClr val="E8F0FB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68285" y="3255264"/>
            <a:ext cx="290779" cy="3511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6326" y="3035808"/>
            <a:ext cx="775411" cy="438912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774790" y="3694176"/>
            <a:ext cx="726948" cy="-219456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823253" y="4133088"/>
            <a:ext cx="678485" cy="-658368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71716" y="2596896"/>
            <a:ext cx="630022" cy="877824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920179" y="2157984"/>
            <a:ext cx="581558" cy="1316736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374075" y="3474720"/>
            <a:ext cx="2035454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928" y="3343046"/>
            <a:ext cx="339242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04097" y="3343046"/>
            <a:ext cx="339242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40266" y="3343046"/>
            <a:ext cx="339242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6434" y="3343046"/>
            <a:ext cx="339242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9530" y="3474720"/>
            <a:ext cx="581558" cy="-526694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09530" y="3474720"/>
            <a:ext cx="581558" cy="526694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1088" y="2948026"/>
            <a:ext cx="193853" cy="263347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91088" y="4001414"/>
            <a:ext cx="193853" cy="263347"/>
          </a:xfrm>
          <a:prstGeom prst="ellipse">
            <a:avLst/>
          </a:prstGeom>
          <a:solidFill>
            <a:srgbClr val="E8F0F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0330" y="2596896"/>
            <a:ext cx="0" cy="1755648"/>
          </a:xfrm>
          <a:prstGeom prst="line">
            <a:avLst/>
          </a:prstGeom>
          <a:noFill/>
          <a:ln w="25400">
            <a:solidFill>
              <a:srgbClr val="C7D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75720" y="2772461"/>
            <a:ext cx="193853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75720" y="3079699"/>
            <a:ext cx="193853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75720" y="3386938"/>
            <a:ext cx="193853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75720" y="3694176"/>
            <a:ext cx="193853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4001414"/>
            <a:ext cx="193853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6326" y="1543507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10958" y="4440326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55634" y="4089197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21824" y="1631290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06456" y="4440326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09530" y="3211373"/>
            <a:ext cx="87233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Neurons receive, decide, and send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potential: the send signal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 is a brief electrical signal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All-or-none firing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down the axon to the terminals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Neurons fire fully or not at all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Synapse: where signaling becomes chemical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are released at the terminals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cross the synapse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Receptors respond on the next neuron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Electrical inside, chemical between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Reuptake: why cleanup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neurotransmitter must be cleared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Reuptake pulls neurotransmitter back into the sending neuron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supports clean on-off signaling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Clearing keeps messages distinct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label the message path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path from receive to send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Label the diagram.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labels dendrites, soma, axon, terminals, synapse, receptors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Neurochemistry and drugs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Neurotransmitters: what they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are chemical messengers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depend on receptors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depend on networks and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Messengers are not moods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usable 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supports reinforcement learning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 supports regulation across systems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reduces neural firing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Glutamate supports activation in learning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supports alertness and arousal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One messenger can support many outcomes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sort: use the 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term into the best bucket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mostly excitatory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mostly inhibitory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mostly arousal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minute. Write E, I, or 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sorts each term and gives one reason for one choice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rewrite a “mood chemical” claim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this claim so it is responsible and accurate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“Serotonin is happiness.”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One sentence.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mentions messengers, receptors, or networks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drugs change signaling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or strengthen a message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message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 a message by slowing cleanup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Drugs change signaling conditions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why SSRIs can take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Reuptake inhibition changes synapse timing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change signaling conditions over time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chemistry change does not guarantee immediate symptom change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Mechanism is fast, outcomes vary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mechanism match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description to a mechanism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mimic/strengthen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block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slow cleanup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Write A, B, or 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matches each and gives one reason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organization and regulation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 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is brain and spinal cord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 connects CNS to the body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supports voluntary movement and sensory-motor relay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regulates organs and glands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29400" y="1280160"/>
            <a:ext cx="2229307" cy="985723"/>
          </a:xfrm>
          <a:prstGeom prst="rect">
            <a:avLst/>
          </a:prstGeom>
          <a:solidFill>
            <a:srgbClr val="E8F0FB"/>
          </a:solidFill>
          <a:ln w="12700">
            <a:solidFill>
              <a:srgbClr val="C7D2E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(brain + spinal cord)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46413" y="1280160"/>
            <a:ext cx="2229307" cy="985723"/>
          </a:xfrm>
          <a:prstGeom prst="rect">
            <a:avLst/>
          </a:prstGeom>
          <a:solidFill>
            <a:srgbClr val="E8F0FB"/>
          </a:solidFill>
          <a:ln w="12700">
            <a:solidFill>
              <a:srgbClr val="C7D2E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(nerves to body)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46413" y="2713939"/>
            <a:ext cx="2229307" cy="985723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(voluntary + sensory-motor)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46413" y="4147718"/>
            <a:ext cx="2229307" cy="985723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(organs + glands)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361066" y="2265883"/>
            <a:ext cx="0" cy="1433779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80809" y="2668219"/>
            <a:ext cx="156051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Divisions do different control jobs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Autonomic: mobilize and restore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mobilizes for challenge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restores and stabilizes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support homeostasis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Mobilize and restore are both normal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Endocrine: a second messaging route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are messengers released into blood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act through receptors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effects are often slower and longer-lasting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Hormones regulate by timing and spread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versus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neurotransmitters and hormones as signaling systems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only: circadian rhythms and sleep regulation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treatment: Topic 9 Consciousness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If sleep shows up today, treat it as preview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networks, not single parts</a:t>
            </a:r>
            <a:endParaRPr lang="en-US" sz="4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not single parts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parts contribute to functions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comes from networks working together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X center” is usually too simple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Parts contribute, networks produce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organization: orientation 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and cerebellum support regulation and coordination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Limbic-related systems support threat, drive, reward, memory functions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supports planning, language, flexible problem-solving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Systems support tasks together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Lobes and hemispheres: bounded claims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Lobes: frontal, parietal, temporal, occipital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Hemispheres show some specialization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Hemispheres are constantly connected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Brain maps guide, they do not label people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rewrite a “brain center” claim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this claim using systems language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amygdala is the fear center.”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One sentence.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uses “contributes to” and names a broader network or context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and environments over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shape sensitivity and risk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shape expression and outcomes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share risk and still diverge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Risk is not destiny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phone checking under pressure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state increases urgency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learning favors quick relief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and planning compete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strengthens the default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Repetition builds default patterns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Engage: explain a behavior with the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scenario and write four sentences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Signals: what is happening at the message level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Systems: mobilize or restore state, and why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Networks: what function is affected (attention, planning, reward learning)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Over time: what strengthens the pattern, what weakens it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must include one key term from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minutes. Four sentences.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uses terms to explain signals, systems, networks, and change over time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enable signals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enable systems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enable regulation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enable behavior</a:t>
            </a:r>
            <a:endParaRPr lang="en-US" sz="2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and environment shape outcomes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Small models beat long lists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4114800"/>
          </a:xfrm>
          <a:prstGeom prst="rect">
            <a:avLst/>
          </a:prstGeom>
          <a:solidFill>
            <a:srgbClr val="F3F6FA"/>
          </a:solidFill>
          <a:ln w="12700">
            <a:solidFill>
              <a:srgbClr val="C7D2E0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both items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Electrical or chemical: what crosses the synapse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Rewrite one oversimplified claim using systems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Two sentences.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80760"/>
            <a:ext cx="10911535" cy="0"/>
          </a:xfrm>
          <a:prstGeom prst="line">
            <a:avLst/>
          </a:prstGeom>
          <a:noFill/>
          <a:ln w="12700">
            <a:solidFill>
              <a:srgbClr val="C7D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722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 strong answer uses electrical-chemical and avoids center language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11535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Biopsychology (Chapter 3) — Neural communication and nervous system organization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Crash Course #3 “The Chemical Mind” — Reinforce synapse, neurotransmitters, reuptake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Crash Course #4 “Meet Your Master” — Reinforce brain organization and myth correction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have time: Brain imaging overview — Method limits add-on (avoid overclaiming)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2026-01-18T15:39:04Z</dcterms:created>
  <dcterms:modified xsi:type="dcterms:W3CDTF">2026-01-18T15:39:04Z</dcterms:modified>
</cp:coreProperties>
</file>